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crime-scene line. Pause. Everyone has lived this. Then: 'We built the detective.'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bubbles land one by one. The last one gets a laugh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in four tiles. If they remember one slide, it's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ballots are private, results follow a published formula. Trust is the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'aha' — clash detection is automatic the moment both options are shortlisted.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Circles are the privacy story: private by default, revocable invites, no leaking.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buddy board is why first-timers come back. Mention the support hub briefly — heartfelt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peer verification with a rolling window. Nothing permanent to weaponize.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card is the event icebreaker — one scan beats 20 paper scraps.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Symmetric bonuses are the point — no recruiting pressure, both sides win equally.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is the heart of the platform. One sincere beat before the funny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attention-economy apps: the product succeeds when people leave and attend.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objections killed here: 'what do they do with my data' and 'what will this cost me'.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QR. Hold eye contact. 'See you at the event.'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Shape 3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449D8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079992" y="4480560"/>
            <a:ext cx="3291840" cy="3291840"/>
          </a:xfrm>
          <a:prstGeom prst="ellipse">
            <a:avLst/>
          </a:prstGeom>
          <a:solidFill>
            <a:srgbClr val="E98D73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61488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7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group chat is a crime scene.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event links. 0 decisions. 1 friend who “saw the message late”.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CommunityConnect turns that chaos into one plan everyone actually attends.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92640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🧵</a:t>
            </a:r>
            <a:endParaRPr lang="en-US" sz="9200" dirty="0"/>
          </a:p>
        </p:txBody>
      </p:sp>
      <p:sp>
        <p:nvSpPr>
          <p:cNvPr id="13" name="Text 11"/>
          <p:cNvSpPr/>
          <p:nvPr/>
        </p:nvSpPr>
        <p:spPr>
          <a:xfrm>
            <a:off x="106984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🕵️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Free while we grow · never event alone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USUAL SUSPECT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 A: the group chat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310896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bro which event??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356616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idk man, both look fun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737360"/>
            <a:ext cx="292608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wait they clash???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3383280"/>
            <a:ext cx="329184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i'll decide tomorrow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4160520"/>
            <a:ext cx="374904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tomorrow (3 weeks ago)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937760"/>
            <a:ext cx="3108960" cy="566928"/>
          </a:xfrm>
          <a:prstGeom prst="roundRect">
            <a:avLst>
              <a:gd name="adj" fmla="val 45161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*mutes group chat*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0" y="5394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5C2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has been here. Nobody is proud.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881360" y="137160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😤</a:t>
            </a:r>
            <a:endParaRPr lang="en-US" sz="66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HERO ENTERS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loop. Zero chaos.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📌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Share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 events or paste any link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35808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01568" y="210312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01568" y="2331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🗳️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01568" y="32004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84448" y="36118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 / maybe / cannot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88736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254496" y="210312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331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✅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254496" y="32004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Confirm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37376" y="36118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people = real plan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41664" y="2971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07424" y="2103120"/>
            <a:ext cx="2487168" cy="2286000"/>
          </a:xfrm>
          <a:prstGeom prst="roundRect">
            <a:avLst>
              <a:gd name="adj" fmla="val 56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07424" y="2331720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🎉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107424" y="320040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Attend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90304" y="361188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bring a buddy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listing keeps its source link. The math behind every result is published. No black boxes.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DECISION ROOMS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Voting, but for your Saturday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✅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I'm so there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🤔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03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maybe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I survive Friday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❌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05256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cannot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525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next time, promise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a favorite. Change your mind until the deadline — the deadline is real (sorry).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2362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the nerds 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= 100 × (0.65·can + 0.15·maybe + 0.20·favorite) ÷ roster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52852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Quorum 60%. Ties stay ties. The formula is public — no mystery AI picking your weekend.</a:t>
            </a:r>
            <a:endParaRPr lang="en-US" sz="125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CLASH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events. One Saturday.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B3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of you.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931920" cy="1554480"/>
          </a:xfrm>
          <a:prstGeom prst="roundRect">
            <a:avLst>
              <a:gd name="adj" fmla="val 8235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🏃 Run + Chai Club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Sunday · 6:30 AM · Cubbon Park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2743200"/>
            <a:ext cx="3931920" cy="1554480"/>
          </a:xfrm>
          <a:prstGeom prst="roundRect">
            <a:avLst>
              <a:gd name="adj" fmla="val 8235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🤖 AI Demo Night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3524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Sunday · 8:00 AM · Koramangala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200400"/>
            <a:ext cx="2057400" cy="64008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3310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951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⚡ clash!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CommunityConnect flags the overlap the moment your circle shortlists both — before your heart does 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Travel time, buffers and partial attendance included. Your calendar finally makes sense.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CIRCLES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private room for your crew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214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🔑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00200" y="206654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Invite codes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revoke old links any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55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🕵️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3009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Circle-only events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never in public 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902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45354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decide before, recap after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0" y="1920240"/>
            <a:ext cx="3794760" cy="3566160"/>
          </a:xfrm>
          <a:prstGeom prst="roundRect">
            <a:avLst>
              <a:gd name="adj" fmla="val 3590"/>
            </a:avLst>
          </a:prstGeom>
          <a:solidFill>
            <a:srgbClr val="223628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in the circle…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09244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…stays in the circle. Votes, plans and attendance are never public. Private rooms, public good times.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BUDDY 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walks in alone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D1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even you, Dave)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🫂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Post a request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“first time — would love company”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🤝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29768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Mutual accept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both sides say yes, always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2860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🙈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0467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Private cancel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53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explanations owed, ever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Plus the Support Hub: job seekers, referral seekers and people between roles can opt in — and communities show up for them.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PEER VOUCHES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Receipts for being a decent human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7406640" cy="960120"/>
          </a:xfrm>
          <a:prstGeom prst="roundRect">
            <a:avLst>
              <a:gd name="adj" fmla="val 1142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751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❤️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00200" y="1938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Hearts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340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they were great to meet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7406640" cy="960120"/>
          </a:xfrm>
          <a:prstGeom prst="roundRect">
            <a:avLst>
              <a:gd name="adj" fmla="val 1142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181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081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Verified claims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3483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college · company · course — “I saw the proof”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7406640" cy="960120"/>
          </a:xfrm>
          <a:prstGeom prst="roundRect">
            <a:avLst>
              <a:gd name="adj" fmla="val 1142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611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🌟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Conduct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626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polite. professional. recorded.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12480" y="1828800"/>
            <a:ext cx="3246120" cy="3246120"/>
          </a:xfrm>
          <a:prstGeom prst="roundRect">
            <a:avLst>
              <a:gd name="adj" fmla="val 3944"/>
            </a:avLst>
          </a:prstGeom>
          <a:solidFill>
            <a:srgbClr val="223628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14-day refresh 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5603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Vouches fade after two weeks. Records renew, conduct improves, fake profiles leave the chat.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Vouching needs a shared event — no drive-by ratings, no points for reputation.</a:t>
            </a:r>
            <a:endParaRPr lang="en-US" sz="1400" dirty="0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NETWORKING CARD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cards are dead. Carry a QR.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🖨️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Print it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standard 85.6 × 54 mm — feels premium, costs pocket-change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📷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63040" y="31272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 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opens your live profile — links, interests, real you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🔒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63040" y="43159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Trust it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63040" y="4754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respects your privacy settings — hide college, card obeys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0" y="1920240"/>
            <a:ext cx="2926080" cy="3657600"/>
          </a:xfrm>
          <a:prstGeom prst="roundRect">
            <a:avLst>
              <a:gd name="adj" fmla="val 5000"/>
            </a:avLst>
          </a:prstGeom>
          <a:solidFill>
            <a:srgbClr val="0F1A15"/>
          </a:solidFill>
          <a:ln w="19050">
            <a:solidFill>
              <a:srgbClr val="B7C8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COMMUNITYCONNECT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Name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6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your role · your 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378440" y="397764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3784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91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▯▮▯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5074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 → profile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Also a vCard QR, so phones can save you as a contact. Fancy.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INVITE &amp; EARN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 a friend. You both win.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3017520"/>
          </a:xfrm>
          <a:prstGeom prst="roundRect">
            <a:avLst>
              <a:gd name="adj" fmla="val 4242"/>
            </a:avLst>
          </a:prstGeom>
          <a:solidFill>
            <a:srgbClr val="1B2E24"/>
          </a:solidFill>
          <a:ln w="19050">
            <a:solidFill>
              <a:srgbClr val="B7C8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🎁 Your side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+75 XP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14-day directory boost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 badge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94960" cy="3017520"/>
          </a:xfrm>
          <a:prstGeom prst="roundRect">
            <a:avLst>
              <a:gd name="adj" fmla="val 4242"/>
            </a:avLst>
          </a:prstGeom>
          <a:solidFill>
            <a:srgbClr val="1B2E24"/>
          </a:solidFill>
          <a:ln w="19050">
            <a:solidFill>
              <a:srgbClr val="F1B39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🎀 Their side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+75 XP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7-day welcome boost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Connector badge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Joins through founder-team links become Founding Members: +100 XP, every profile theme, top directory placement — permanent.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It's not a pyramid. It's a friendship triangle. ▲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SUPPORT 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Communities open doors when you ask honestly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487168" cy="777240"/>
          </a:xfrm>
          <a:prstGeom prst="roundRect">
            <a:avLst>
              <a:gd name="adj" fmla="val 41176"/>
            </a:avLst>
          </a:prstGeom>
          <a:solidFill>
            <a:srgbClr val="2236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💼  Open to 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01568" y="1828800"/>
            <a:ext cx="2487168" cy="777240"/>
          </a:xfrm>
          <a:prstGeom prst="roundRect">
            <a:avLst>
              <a:gd name="adj" fmla="val 41176"/>
            </a:avLst>
          </a:prstGeom>
          <a:solidFill>
            <a:srgbClr val="223628"/>
          </a:solidFill>
          <a:ln/>
        </p:spPr>
      </p:sp>
      <p:sp>
        <p:nvSpPr>
          <p:cNvPr id="10" name="Text 8"/>
          <p:cNvSpPr/>
          <p:nvPr/>
        </p:nvSpPr>
        <p:spPr>
          <a:xfrm>
            <a:off x="3538728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🔗  Seeking referrals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1828800"/>
            <a:ext cx="2487168" cy="777240"/>
          </a:xfrm>
          <a:prstGeom prst="roundRect">
            <a:avLst>
              <a:gd name="adj" fmla="val 41176"/>
            </a:avLst>
          </a:prstGeom>
          <a:solidFill>
            <a:srgbClr val="223628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🌱  Between roles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07424" y="1828800"/>
            <a:ext cx="2487168" cy="777240"/>
          </a:xfrm>
          <a:prstGeom prst="roundRect">
            <a:avLst>
              <a:gd name="adj" fmla="val 41176"/>
            </a:avLst>
          </a:prstGeom>
          <a:solidFill>
            <a:srgbClr val="223628"/>
          </a:solidFill>
          <a:ln/>
        </p:spPr>
      </p:sp>
      <p:sp>
        <p:nvSpPr>
          <p:cNvPr id="14" name="Text 12"/>
          <p:cNvSpPr/>
          <p:nvPr/>
        </p:nvSpPr>
        <p:spPr>
          <a:xfrm>
            <a:off x="9244584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📣  Hiring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 in with intent chips. Others see them and help — intros, referrals, a friendly face at your next event. The buddy board means even your first event isn't solo.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1554480"/>
          </a:xfrm>
          <a:prstGeom prst="roundRect">
            <a:avLst>
              <a:gd name="adj" fmla="val 8235"/>
            </a:avLst>
          </a:prstGeom>
          <a:solidFill>
            <a:srgbClr val="1B2E24"/>
          </a:solidFill>
          <a:ln w="12700">
            <a:solidFill>
              <a:srgbClr val="B2D5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D5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Laid off without warning?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2960" y="46817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Turn on 'Between roles — open to support'. Ask for specific help. Attend anyway — the buddy board exists for exactly this. Communities are kinder than job markets.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FEATURE · MOMENTUM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Streaks without the guilt trip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00200" y="204825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Gentle streaks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468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check-in a day, weekly grace day built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🎯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2826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Real XP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703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vote, post, connect, confirm — capped at 30/day, no grinding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72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451713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Cosmetics only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themes and badges; XP never buys trust or reach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1920240"/>
            <a:ext cx="3657600" cy="3520440"/>
          </a:xfrm>
          <a:prstGeom prst="roundRect">
            <a:avLst>
              <a:gd name="adj" fmla="val 3636"/>
            </a:avLst>
          </a:prstGeom>
          <a:solidFill>
            <a:srgbClr val="22362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48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B39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we will never do 🚫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26517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Countdown guilt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Public shame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Paid streak repair</a:t>
            </a:r>
            <a:endParaRPr lang="en-US" sz="13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Selling your data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Hide the whole thing if you want. It's your Momentum.</a:t>
            </a:r>
            <a:endParaRPr lang="en-US" sz="1350" dirty="0"/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PRIVACY &amp; PRICE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details, your rules. Your ₹0.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C8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🔒 Privacy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Hide college, company, background, intents — anytime, everywhere, even on your printed card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Circles, votes and busy times are private by default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GPS stalking, no contact uploads, no data sale — ever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1B2E24"/>
          </a:solidFill>
          <a:ln w="12700">
            <a:solidFill>
              <a:srgbClr val="3C51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💸 Price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₹0 today — the entire platform, free while we grow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Later: a minimal subscription for organizer tools only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Students &amp; people between roles: subsidized or free, always</a:t>
            </a:r>
            <a:endParaRPr lang="en-US" sz="13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4E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Safety and privacy are never paywalled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D5B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Open source (Apache-2.0) — audit us, fork us, star us ⭐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20272" y="347472"/>
            <a:ext cx="146304" cy="146304"/>
          </a:xfrm>
          <a:prstGeom prst="ellipse">
            <a:avLst/>
          </a:prstGeom>
          <a:solidFill>
            <a:srgbClr val="F1B39D"/>
          </a:solidFill>
          <a:ln/>
        </p:spPr>
      </p:sp>
      <p:sp>
        <p:nvSpPr>
          <p:cNvPr id="3" name="Shape 1"/>
          <p:cNvSpPr/>
          <p:nvPr/>
        </p:nvSpPr>
        <p:spPr>
          <a:xfrm>
            <a:off x="11530584" y="347472"/>
            <a:ext cx="146304" cy="146304"/>
          </a:xfrm>
          <a:prstGeom prst="ellipse">
            <a:avLst/>
          </a:prstGeom>
          <a:solidFill>
            <a:srgbClr val="EAD18E"/>
          </a:solidFill>
          <a:ln/>
        </p:spPr>
      </p:sp>
      <p:sp>
        <p:nvSpPr>
          <p:cNvPr id="4" name="Shape 2"/>
          <p:cNvSpPr/>
          <p:nvPr/>
        </p:nvSpPr>
        <p:spPr>
          <a:xfrm>
            <a:off x="11425428" y="548640"/>
            <a:ext cx="146304" cy="146304"/>
          </a:xfrm>
          <a:prstGeom prst="ellipse">
            <a:avLst/>
          </a:prstGeom>
          <a:solidFill>
            <a:srgbClr val="B2D5BD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2449D8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F4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circle has chosen.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B7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whether you can attend. 😎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677156" y="3291840"/>
            <a:ext cx="2834640" cy="2834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0" descr="C:\Users\siddh\Desktop\CommunityConnect\marketing\assets\qr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4316" y="3429000"/>
            <a:ext cx="2560320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D18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 → join free → invite your crew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9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https://siddhant-pardeshi.github.io/communityconnect/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C2B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⭐ Star the repo — it helps other communities find us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CommunityConnect — Feature Deck</dc:title>
  <dc:subject>PptxGenJS Presentation</dc:subject>
  <dc:creator>Siddhant Pardeshi</dc:creator>
  <cp:lastModifiedBy>Siddhant Pardeshi</cp:lastModifiedBy>
  <cp:revision>1</cp:revision>
  <dcterms:created xsi:type="dcterms:W3CDTF">2026-10-24T23:46:06Z</dcterms:created>
  <dcterms:modified xsi:type="dcterms:W3CDTF">2026-10-24T23:46:06Z</dcterms:modified>
</cp:coreProperties>
</file>